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23A8F-8421-2442-DB8C-3735C3253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5E2236-E33B-510A-0CC4-0EEA607F5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B1209-87C1-D591-36E4-4F4C58FF1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604FF-1DBA-440C-B515-8E701FCA308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657BE-3058-B054-34C5-9854FED11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0F1EF-AF44-22D4-D182-0DDA58C52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772F-A15A-42BB-A464-C85417ABB2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36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5DCFB-1207-2104-5042-774850FFD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79EB-21EE-A264-DE6A-15DB03C8B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C6E7E-681D-F496-0560-9846EB360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604FF-1DBA-440C-B515-8E701FCA308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A88AA-D95C-AC81-A47D-1F1A93A8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D9A70-7B09-133E-83E1-484F2AB84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772F-A15A-42BB-A464-C85417ABB2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5327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21D77-3932-2334-F800-750426598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ADDA6-4974-2D3F-15EC-CC43B200F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218F8-A26E-EA8E-7F18-265B69BE9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604FF-1DBA-440C-B515-8E701FCA308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98CCD-778B-9C8A-5935-42ED5B824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9D6CD-BC81-DA05-B5F0-D34639D5F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772F-A15A-42BB-A464-C85417ABB2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7857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F6322-1B6E-2312-E00E-45492AA3F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61E70-4DB1-4E24-F749-BC99BF902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824B5-5F24-20AC-A54D-BA2D6773D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695CD-0195-5BB5-6F59-732B35009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604FF-1DBA-440C-B515-8E701FCA308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F32A8-973E-62E1-0E95-5C0F9FC9B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BD52F-9AD1-0114-0C12-D8EF06802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772F-A15A-42BB-A464-C85417ABB2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1647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23DE7-2DBA-107D-C7CA-41EABF7C7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27D91-106C-95D9-9252-92EE3978C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5C1DF2-7858-EA77-DFE0-F56128E42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F4E8A-0BE7-490A-3541-AB9737882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2E74E5-1598-1F23-113C-AFC27ACE82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B3AA08-4A25-ADB1-552E-6AC312AD0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604FF-1DBA-440C-B515-8E701FCA308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45E51C-79B1-1AE3-AE73-D2C83618D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C39ACA-E92B-1084-0D0E-447D57560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772F-A15A-42BB-A464-C85417ABB2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143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510F1-3946-79BB-BD7F-17E62D629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013D7-26B5-28E1-DAF3-F9376BD7D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604FF-1DBA-440C-B515-8E701FCA308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48551-AC66-281C-F70F-D878CE4FC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93E3D8-AFB1-FC54-6897-DBCADB480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772F-A15A-42BB-A464-C85417ABB2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75521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E3251F-9734-9E90-4897-C0D0A227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604FF-1DBA-440C-B515-8E701FCA308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5BE082-AB1C-C5CE-4D0E-6B9141227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A6809-A155-B2C5-3925-0775CBB94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772F-A15A-42BB-A464-C85417ABB2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6214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0DF35-C495-779D-2010-1F5AFC0D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C37D1-85F7-2AA0-3CFD-D1095D4FF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E9644-27C2-4B82-170B-16DFE6B63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6E86C-1678-3D44-D90C-30F420B53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604FF-1DBA-440C-B515-8E701FCA308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51232-317A-52FC-BC05-7565BDA08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CD0A5-F064-A8F1-1961-ACC83721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772F-A15A-42BB-A464-C85417ABB2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484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E2CA7-B7C7-7BAB-3109-96161C2B7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3B51B-B3CB-FD25-6CF5-F9F9A26E4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ED6BA-DB30-7175-8FE6-798BCE4C4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82446-11EC-9614-95E4-95B2CBE55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604FF-1DBA-440C-B515-8E701FCA308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C33C3-2A4B-5178-707F-84B6BA0F5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71284-499F-944E-9CCE-D3933945D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772F-A15A-42BB-A464-C85417ABB2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4439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71A71-8B2C-04B2-803D-C300F691F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FF0068-3E73-7DA2-0A44-4B7D61822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C1EE5-6FA8-6538-0365-F6E405B13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604FF-1DBA-440C-B515-8E701FCA308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6A553-4DF4-E697-C8E2-F28D1F640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B1E09-36A0-0171-0F3B-366D6E291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772F-A15A-42BB-A464-C85417ABB2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6715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2D5962-A8C7-CAD1-45DC-9B6A074085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3638D6-7E7E-1CE5-6D3D-C83103BDF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A676B-4265-ED63-258E-0F1D8922F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604FF-1DBA-440C-B515-8E701FCA308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5947C-D041-F83D-0FEB-B3BB8ADB3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ADA17-B80D-CF3D-5918-28225FC0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772F-A15A-42BB-A464-C85417ABB2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62349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AF4705-F93D-D0EB-66CB-99DF1D7C2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34069-38D1-5290-EA89-8B7EB21AF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D6A98-345D-9732-DF28-3DC970D64D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E604FF-1DBA-440C-B515-8E701FCA308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43A41-F712-BE4E-E32F-BC7CE9590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CF24C-3A32-3E80-B08B-9FCF8C6BC9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07772F-A15A-42BB-A464-C85417ABB2C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8620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D2A0-34D7-BDE5-C26D-78B47EBAC8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Engines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92F163-90BF-55D7-BEE2-5D2A91D36A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S6 H2-cruiseship</a:t>
            </a:r>
          </a:p>
        </p:txBody>
      </p:sp>
    </p:spTree>
    <p:extLst>
      <p:ext uri="{BB962C8B-B14F-4D97-AF65-F5344CB8AC3E}">
        <p14:creationId xmlns:p14="http://schemas.microsoft.com/office/powerpoint/2010/main" val="440017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57811-DEDF-C34D-1371-B2303C69D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B6498-09CE-C9C5-B6CD-E16F804E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200" dirty="0" err="1"/>
              <a:t>What</a:t>
            </a:r>
            <a:r>
              <a:rPr lang="nl-NL" sz="3200" dirty="0"/>
              <a:t> is </a:t>
            </a:r>
            <a:r>
              <a:rPr lang="nl-NL" sz="3200" dirty="0" err="1"/>
              <a:t>the</a:t>
            </a:r>
            <a:r>
              <a:rPr lang="nl-NL" sz="3200" dirty="0"/>
              <a:t> Load (%) </a:t>
            </a:r>
            <a:r>
              <a:rPr lang="nl-NL" sz="3200" dirty="0" err="1"/>
              <a:t>based</a:t>
            </a:r>
            <a:r>
              <a:rPr lang="nl-NL" sz="3200" dirty="0"/>
              <a:t> 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24441-6166-67BC-00D1-0466BB4B5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Fuel rate</a:t>
            </a:r>
          </a:p>
          <a:p>
            <a:pPr marL="0" indent="0">
              <a:buNone/>
            </a:pPr>
            <a:endParaRPr lang="en-US" strike="sngStrik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C36AC5-6B1A-039B-1279-F5D6D4D50B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22" t="22958"/>
          <a:stretch>
            <a:fillRect/>
          </a:stretch>
        </p:blipFill>
        <p:spPr>
          <a:xfrm>
            <a:off x="6322142" y="392127"/>
            <a:ext cx="5850626" cy="194604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194D65-AB81-AA03-A850-E601DB81F351}"/>
              </a:ext>
            </a:extLst>
          </p:cNvPr>
          <p:cNvCxnSpPr>
            <a:cxnSpLocks/>
          </p:cNvCxnSpPr>
          <p:nvPr/>
        </p:nvCxnSpPr>
        <p:spPr>
          <a:xfrm>
            <a:off x="2684206" y="2104103"/>
            <a:ext cx="3185653" cy="91341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07C5FF9-8CA1-DDE9-DF13-CE496A7AD62D}"/>
              </a:ext>
            </a:extLst>
          </p:cNvPr>
          <p:cNvCxnSpPr>
            <a:cxnSpLocks/>
          </p:cNvCxnSpPr>
          <p:nvPr/>
        </p:nvCxnSpPr>
        <p:spPr>
          <a:xfrm>
            <a:off x="3421626" y="1248697"/>
            <a:ext cx="2261582" cy="381871"/>
          </a:xfrm>
          <a:prstGeom prst="bentConnector3">
            <a:avLst>
              <a:gd name="adj1" fmla="val -1247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710DFA0-2AD6-4D10-E9C2-BF0BD65A2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142" y="2338175"/>
            <a:ext cx="5850626" cy="2063797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2869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A41E7-B0DC-AD05-FCF3-6CCBFFB1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Model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efficiency of </a:t>
            </a:r>
            <a:r>
              <a:rPr lang="nl-NL" dirty="0" err="1"/>
              <a:t>the</a:t>
            </a:r>
            <a:r>
              <a:rPr lang="nl-NL" dirty="0"/>
              <a:t> engines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AD315-5A1D-A756-3A1C-64301B70C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How much energy from the diesel is transformed into work excluding external factors (current &amp; wind)?</a:t>
            </a:r>
          </a:p>
          <a:p>
            <a:pPr marL="0" indent="0">
              <a:buNone/>
            </a:pPr>
            <a:r>
              <a:rPr lang="en-US" noProof="0" dirty="0"/>
              <a:t>Model based on the measurements of the dashboard.</a:t>
            </a:r>
          </a:p>
          <a:p>
            <a:pPr marL="0" indent="0">
              <a:buNone/>
            </a:pPr>
            <a:endParaRPr lang="en-US" noProof="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C78C049-BA4B-AE16-0E8B-1C5768AFC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53" y="3429000"/>
            <a:ext cx="10195747" cy="305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38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00F7B-B0C6-91D0-10FC-0DDEDFE00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Dashboard </a:t>
            </a:r>
            <a:r>
              <a:rPr lang="nl-NL" dirty="0" err="1"/>
              <a:t>measurements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132BB-DC4B-74C9-59C6-715756712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Relevant </a:t>
            </a:r>
            <a:r>
              <a:rPr lang="nl-NL" dirty="0" err="1"/>
              <a:t>measurements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calculation</a:t>
            </a:r>
            <a:endParaRPr lang="nl-NL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9886348-2A42-A0ED-9E84-4E9133723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01" y="1512579"/>
            <a:ext cx="4648814" cy="524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27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53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Engines</vt:lpstr>
      <vt:lpstr>What is the Load (%) based on?</vt:lpstr>
      <vt:lpstr>Model for the efficiency of the engines</vt:lpstr>
      <vt:lpstr>Dashboard measurements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Haklander (student)</dc:creator>
  <cp:lastModifiedBy>Thomas Haklander (student)</cp:lastModifiedBy>
  <cp:revision>3</cp:revision>
  <dcterms:created xsi:type="dcterms:W3CDTF">2026-02-28T12:27:50Z</dcterms:created>
  <dcterms:modified xsi:type="dcterms:W3CDTF">2026-03-07T16:43:02Z</dcterms:modified>
</cp:coreProperties>
</file>